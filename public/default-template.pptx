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13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03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模板2#_占位符版 背景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0"/>
            <a:ext cx="12179300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15369" y="5213350"/>
            <a:ext cx="4773240" cy="740410"/>
          </a:xfrm>
          <a:prstGeom prst="rect">
            <a:avLst/>
          </a:prstGeom>
          <a:solidFill>
            <a:srgbClr val="F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1785" y="626745"/>
            <a:ext cx="5349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1A1A"/>
                </a:solidFill>
                <a:latin typeface="Source Han Sans SC"/>
              </a:defRPr>
            </a:pPr>
            <a:r>
              <a:rPr lang="en-US" altLang="zh-CN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{{</a:t>
            </a:r>
            <a:r>
              <a:rPr lang="zh-CN" altLang="en-US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品名</a:t>
            </a:r>
            <a:r>
              <a:rPr lang="en-US" altLang="zh-CN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}}</a:t>
            </a:r>
            <a:endParaRPr lang="en-US" altLang="zh-CN">
              <a:solidFill>
                <a:schemeClr val="accent3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72375" y="1205865"/>
            <a:ext cx="609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888888"/>
                </a:solidFill>
              </a:defRPr>
            </a:pPr>
            <a:r>
              <a:rPr lang="en-US" altLang="zh-CN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{{</a:t>
            </a:r>
            <a:r>
              <a:rPr lang="zh-CN" altLang="en-US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编号</a:t>
            </a:r>
            <a:r>
              <a:rPr lang="en-US" altLang="zh-CN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}}</a:t>
            </a:r>
            <a:endParaRPr lang="en-US" altLang="zh-CN" sz="1000" i="1">
              <a:solidFill>
                <a:schemeClr val="tx1">
                  <a:lumMod val="95000"/>
                  <a:lumOff val="5000"/>
                </a:schemeClr>
              </a:solidFill>
              <a:latin typeface="Source Han Sans CN Normal" panose="020B0200000000000000" charset="-122"/>
              <a:ea typeface="Source Han Sans CN Normal" panose="020B0200000000000000" charset="-122"/>
              <a:cs typeface="+mn-lt"/>
            </a:endParaRPr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1484630" y="5304790"/>
            <a:ext cx="5657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</a:defRPr>
            </a:pPr>
            <a:r>
              <a:rPr b="1">
                <a:latin typeface="Arial Bold" panose="020B0604020202090204" charset="0"/>
              </a:rPr>
              <a:t>市场价</a:t>
            </a:r>
            <a:endParaRPr b="1">
              <a:latin typeface="Arial Bold" panose="020B0604020202090204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1484630" y="5526405"/>
            <a:ext cx="10902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rPr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¥</a:t>
            </a:r>
            <a:r>
              <a:rPr lang="en-US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{{</a:t>
            </a:r>
            <a:r>
              <a:rPr lang="zh-CN" altLang="en-US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市场价</a:t>
            </a:r>
            <a:r>
              <a:rPr lang="en-US" altLang="zh-CN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}}</a:t>
            </a:r>
            <a:endParaRPr lang="en-US" altLang="zh-CN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3141345" y="5304790"/>
            <a:ext cx="565785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</a:defRPr>
            </a:pPr>
            <a:r>
              <a:rPr b="1">
                <a:latin typeface="Arial Bold" panose="020B0604020202090204" charset="0"/>
              </a:rPr>
              <a:t>供货价</a:t>
            </a:r>
            <a:endParaRPr b="1">
              <a:latin typeface="Arial Bold" panose="020B0604020202090204" charset="0"/>
            </a:endParaRP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3049270" y="5492115"/>
            <a:ext cx="13487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D5A4A"/>
                </a:solidFill>
              </a:defRPr>
            </a:pPr>
            <a:r>
              <a:rPr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¥</a:t>
            </a:r>
            <a:r>
              <a:rPr lang="en-US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{{</a:t>
            </a:r>
            <a:r>
              <a:rPr lang="zh-CN" altLang="en-US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供货价</a:t>
            </a:r>
            <a:r>
              <a:rPr lang="en-US" altLang="zh-CN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}}</a:t>
            </a:r>
            <a:endParaRPr lang="en-US" altLang="zh-CN">
              <a:solidFill>
                <a:schemeClr val="accent3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4613910" y="5304790"/>
            <a:ext cx="6934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888888"/>
                </a:solidFill>
              </a:defRPr>
            </a:pPr>
            <a:r>
              <a:rPr b="1">
                <a:latin typeface="Arial Bold" panose="020B0604020202090204" charset="0"/>
              </a:rPr>
              <a:t>一件代发</a:t>
            </a:r>
            <a:endParaRPr b="1">
              <a:latin typeface="Arial Bold" panose="020B0604020202090204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4613910" y="5492115"/>
            <a:ext cx="20345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D5A4A"/>
                </a:solidFill>
              </a:defRPr>
            </a:pPr>
            <a:r>
              <a:rPr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¥</a:t>
            </a:r>
            <a:r>
              <a:rPr lang="en-US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{{</a:t>
            </a:r>
            <a:r>
              <a:rPr lang="zh-CN" altLang="en-US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一件代发报价</a:t>
            </a:r>
            <a:r>
              <a:rPr lang="en-US" altLang="zh-CN">
                <a:solidFill>
                  <a:schemeClr val="accent3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</a:rPr>
              <a:t>}}</a:t>
            </a:r>
            <a:endParaRPr lang="en-US" altLang="zh-CN">
              <a:solidFill>
                <a:schemeClr val="accent3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72375" y="1504950"/>
            <a:ext cx="6096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{{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营销文案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}}</a:t>
            </a:r>
            <a:endParaRPr lang="en-US" altLang="zh-CN">
              <a:solidFill>
                <a:schemeClr val="tx1">
                  <a:lumMod val="95000"/>
                  <a:lumOff val="5000"/>
                </a:schemeClr>
              </a:solidFill>
              <a:latin typeface="Source Han Sans CN Normal" panose="020B0200000000000000" charset="-122"/>
              <a:ea typeface="Source Han Sans CN Normal" panose="020B0200000000000000" charset="-122"/>
              <a:cs typeface="Source Han Sans CN Normal" panose="020B0200000000000000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61785" y="1496060"/>
            <a:ext cx="8642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zh-CN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推荐</a:t>
            </a:r>
            <a:r>
              <a:rPr lang="zh-CN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理由</a:t>
            </a:r>
            <a:endParaRPr lang="zh-CN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61785" y="2978785"/>
            <a:ext cx="86423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zh-CN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产品参数</a:t>
            </a:r>
            <a:endParaRPr lang="zh-CN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72375" y="2969260"/>
            <a:ext cx="3893820" cy="368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{{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产品参数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}}</a:t>
            </a:r>
            <a:endParaRPr lang="en-US" altLang="zh-CN">
              <a:solidFill>
                <a:schemeClr val="tx1">
                  <a:lumMod val="95000"/>
                  <a:lumOff val="5000"/>
                </a:schemeClr>
              </a:solidFill>
              <a:latin typeface="Source Han Sans CN Normal" panose="020B0200000000000000" charset="-122"/>
              <a:ea typeface="Source Han Sans CN Normal" panose="020B0200000000000000" charset="-122"/>
              <a:cs typeface="Source Han Sans CN Normal" panose="020B0200000000000000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661785" y="1191260"/>
            <a:ext cx="8801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zh-CN" altLang="en-US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产品编号</a:t>
            </a:r>
            <a:endParaRPr lang="zh-CN" altLang="en-US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  <a:sym typeface="+mn-ea"/>
            </a:endParaRPr>
          </a:p>
        </p:txBody>
      </p:sp>
      <p:sp>
        <p:nvSpPr>
          <p:cNvPr id="40" name="TextBox 5"/>
          <p:cNvSpPr txBox="1"/>
          <p:nvPr/>
        </p:nvSpPr>
        <p:spPr>
          <a:xfrm>
            <a:off x="7572375" y="5401310"/>
            <a:ext cx="1167130" cy="245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defRPr sz="1100">
                <a:solidFill>
                  <a:srgbClr val="888888"/>
                </a:solidFill>
              </a:defRPr>
            </a:pPr>
            <a:r>
              <a:rPr lang="en-US" altLang="zh-CN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{{</a:t>
            </a:r>
            <a:r>
              <a:rPr lang="zh-CN" altLang="en-US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京东</a:t>
            </a:r>
            <a:r>
              <a:rPr lang="en-US" altLang="zh-CN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/</a:t>
            </a:r>
            <a:r>
              <a:rPr lang="zh-CN" altLang="en-US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天猫链接</a:t>
            </a:r>
            <a:r>
              <a:rPr lang="en-US" altLang="zh-CN" sz="1000" i="1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+mn-lt"/>
              </a:rPr>
              <a:t>}}</a:t>
            </a:r>
            <a:endParaRPr lang="en-US" altLang="zh-CN" sz="1000" i="1">
              <a:solidFill>
                <a:schemeClr val="tx1">
                  <a:lumMod val="95000"/>
                  <a:lumOff val="5000"/>
                </a:schemeClr>
              </a:solidFill>
              <a:latin typeface="Source Han Sans CN Normal" panose="020B0200000000000000" charset="-122"/>
              <a:ea typeface="Source Han Sans CN Normal" panose="020B0200000000000000" charset="-122"/>
              <a:cs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684645" y="5409565"/>
            <a:ext cx="8801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zh-CN" altLang="en-US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商品链接</a:t>
            </a:r>
            <a:endParaRPr lang="zh-CN" altLang="en-US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684645" y="5781040"/>
            <a:ext cx="88011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zh-CN" altLang="en-US" b="1">
                <a:solidFill>
                  <a:schemeClr val="bg1">
                    <a:lumMod val="50000"/>
                  </a:schemeClr>
                </a:solidFill>
                <a:latin typeface="Source Han Sans CN Bold" panose="020B0200000000000000" charset="-122"/>
                <a:ea typeface="Source Han Sans CN Bold" panose="020B0200000000000000" charset="-122"/>
                <a:sym typeface="+mn-ea"/>
              </a:rPr>
              <a:t>备注</a:t>
            </a:r>
            <a:endParaRPr lang="zh-CN" altLang="en-US" b="1">
              <a:solidFill>
                <a:schemeClr val="bg1">
                  <a:lumMod val="50000"/>
                </a:schemeClr>
              </a:solidFill>
              <a:latin typeface="Source Han Sans CN Bold" panose="020B0200000000000000" charset="-122"/>
              <a:ea typeface="Source Han Sans CN Bold" panose="020B0200000000000000" charset="-122"/>
              <a:sym typeface="+mn-ea"/>
            </a:endParaRPr>
          </a:p>
        </p:txBody>
      </p:sp>
      <p:pic>
        <p:nvPicPr>
          <p:cNvPr id="8" name="Picture 3" descr="SSP2026042028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920" y="754380"/>
            <a:ext cx="5640070" cy="38328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567930" y="5781040"/>
            <a:ext cx="3893820" cy="368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defRPr sz="1000">
                <a:solidFill>
                  <a:srgbClr val="333333"/>
                </a:solidFill>
              </a:defRPr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{{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备注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  <a:latin typeface="Source Han Sans CN Normal" panose="020B0200000000000000" charset="-122"/>
                <a:ea typeface="Source Han Sans CN Normal" panose="020B0200000000000000" charset="-122"/>
                <a:cs typeface="Source Han Sans CN Normal" panose="020B0200000000000000" charset="-122"/>
                <a:sym typeface="+mn-ea"/>
              </a:rPr>
              <a:t>}}</a:t>
            </a:r>
            <a:endParaRPr lang="en-US" altLang="zh-CN">
              <a:solidFill>
                <a:schemeClr val="tx1">
                  <a:lumMod val="95000"/>
                  <a:lumOff val="5000"/>
                </a:schemeClr>
              </a:solidFill>
              <a:latin typeface="Source Han Sans CN Normal" panose="020B0200000000000000" charset="-122"/>
              <a:ea typeface="Source Han Sans CN Normal" panose="020B0200000000000000" charset="-122"/>
              <a:cs typeface="Source Han Sans CN Normal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ags/tag2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ags/tag3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ags/tag4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ags/tag5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ags/tag6.xml><?xml version="1.0" encoding="utf-8"?>
<p:tagLst xmlns:p="http://schemas.openxmlformats.org/presentationml/2006/main">
  <p:tag name="KSO_WM_DIAGRAM_VIRTUALLY_FRAME" val="{&quot;height&quot;:101.1,&quot;left&quot;:538.55,&quot;top&quot;:386.55,&quot;width&quot;:400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WPS 演示</Application>
  <PresentationFormat>On-screen Show (4:3)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Arial</vt:lpstr>
      <vt:lpstr>Source Han Sans SC</vt:lpstr>
      <vt:lpstr>Thonburi</vt:lpstr>
      <vt:lpstr>Source Han Sans CN Bold</vt:lpstr>
      <vt:lpstr>Source Han Sans CN Normal</vt:lpstr>
      <vt:lpstr>Arial Bold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方舒</cp:lastModifiedBy>
  <cp:revision>12</cp:revision>
  <dcterms:created xsi:type="dcterms:W3CDTF">2026-04-23T10:15:44Z</dcterms:created>
  <dcterms:modified xsi:type="dcterms:W3CDTF">2026-04-23T10:15:44Z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EB2E2C5ECBC0258746EFE969EDAA8CE8_43</vt:lpwstr>
  </property>
  <property fmtid="{D5CDD505-2E9C-101B-9397-08002B2CF9AE}" pid="3" name="KSOProductBuildVer">
    <vt:lpwstr>2052-12.1.25205.25205</vt:lpwstr>
  </property>
</Properties>
</file>